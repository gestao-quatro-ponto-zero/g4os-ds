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com o número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aprovação da contratação nesta reunião.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Revisão trimestral · Q3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Diretoria Comercial · outubro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Três apostas para o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Jurídico no kick-off de toda conta acima de R$ 100 mil</a:t>
            </a:r>
          </a:p>
          <a:p>
            <a:r>
              <a:t>Modelo de ROI obrigatório na proposta</a:t>
            </a:r>
          </a:p>
          <a:p>
            <a:r>
              <a:t>Contratar 1 executivo enterprise até novembro</a:t>
            </a:r>
          </a:p>
          <a:p>
            <a:pPr lvl="1"/>
            <a:r>
              <a:t>Perfil: experiência com ciclo acima de 60 dias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Setembro foi o melhor mês do ano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583680" cy="30723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2011680"/>
            <a:ext cx="3657600" cy="2377440"/>
          </a:xfrm>
          <a:prstGeom prst="roundRect">
            <a:avLst/>
          </a:prstGeom>
          <a:solidFill>
            <a:srgbClr val="0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4000" b="1">
                <a:solidFill>
                  <a:srgbClr val="FFFFFF"/>
                </a:solidFill>
              </a:rPr>
              <a:t>R$ 4,4 mi</a:t>
            </a:r>
          </a:p>
          <a:p>
            <a:r>
              <a:rPr sz="1600">
                <a:solidFill>
                  <a:srgbClr val="B9915B"/>
                </a:solidFill>
              </a:rPr>
              <a:t>receita nova no trimestre, +18 % vs. Q2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 por time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9436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Atingimento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R$ 2,4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R$ 2,34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98 %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R$ 1,3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R$ 1,31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101 %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PME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R$ 760 mil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R$ 794 mil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105 %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“Fechamos em três semanas porque a proposta já vinha com o nosso caso de ROI.”</a:t>
            </a:r>
          </a:p>
          <a:p>
            <a:r>
              <a:rPr sz="1800">
                <a:solidFill>
                  <a:srgbClr val="B9915B"/>
                </a:solidFill>
              </a:rPr>
              <a:t>Mariana Couto · Head de Vendas, Acme Logística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trimestral · Q3 2026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